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4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Summary: Appgate SDP + Keycloak + Entra ID + AD + PingDirectory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Azure-first IAM + Hybrid Appgate | ExpressRoute connectivity | February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 deployment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</a:t>
            </a:r>
          </a:p>
          <a:p>
            <a:pPr lvl="1"/>
            <a:r>
              <a:t>Keycloak (VM cluster) + PostgreSQL HA</a:t>
            </a:r>
          </a:p>
          <a:p>
            <a:pPr lvl="1"/>
            <a:r>
              <a:t>PingDirectory cluster (AAB authoritative)</a:t>
            </a:r>
          </a:p>
          <a:p>
            <a:pPr lvl="1"/>
            <a:r>
              <a:t>Appgate Controllers (HA) + Azure Gateways</a:t>
            </a:r>
          </a:p>
          <a:p>
            <a:r>
              <a:t>On‑prem</a:t>
            </a:r>
          </a:p>
          <a:p>
            <a:pPr lvl="1"/>
            <a:r>
              <a:t>Appgate Gateways close to protected resources</a:t>
            </a:r>
          </a:p>
          <a:p>
            <a:pPr lvl="1"/>
            <a:r>
              <a:t>On‑prem AD DS (upstream identity source)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Connectivity: ExpressRoute (standard)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Transport</a:t>
            </a:r>
          </a:p>
          <a:p>
            <a:pPr lvl="1"/>
            <a:r>
              <a:rPr dirty="0"/>
              <a:t>ExpressRoute Private Peering for </a:t>
            </a:r>
            <a:r>
              <a:rPr dirty="0" err="1"/>
              <a:t>Azure↔on‑prem</a:t>
            </a:r>
            <a:r>
              <a:rPr dirty="0"/>
              <a:t> connectivity</a:t>
            </a:r>
          </a:p>
          <a:p>
            <a:pPr lvl="1"/>
            <a:r>
              <a:rPr dirty="0"/>
              <a:t>BGP route exchange; avoid hairpins and public Internet dependency</a:t>
            </a:r>
          </a:p>
          <a:p>
            <a:r>
              <a:rPr dirty="0"/>
              <a:t>Resilience (recommended)</a:t>
            </a:r>
          </a:p>
          <a:p>
            <a:pPr lvl="1"/>
            <a:r>
              <a:rPr dirty="0"/>
              <a:t>Dual circuits or dual peering locations; zone-redundant ER gateway where applicable</a:t>
            </a:r>
          </a:p>
          <a:p>
            <a:r>
              <a:rPr dirty="0"/>
              <a:t>Security</a:t>
            </a:r>
          </a:p>
          <a:p>
            <a:pPr lvl="1"/>
            <a:r>
              <a:rPr dirty="0"/>
              <a:t>Private routing + TLS end-to-end; restrict management planes; integrate with existing boundary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Target-state architecture (what matters)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7558"/>
          </a:xfrm>
        </p:spPr>
        <p:txBody>
          <a:bodyPr>
            <a:normAutofit/>
          </a:bodyPr>
          <a:lstStyle/>
          <a:p>
            <a:r>
              <a:rPr dirty="0"/>
              <a:t>Single IdP for </a:t>
            </a:r>
            <a:r>
              <a:rPr dirty="0" err="1"/>
              <a:t>Appgate</a:t>
            </a:r>
            <a:endParaRPr dirty="0"/>
          </a:p>
          <a:p>
            <a:pPr lvl="1"/>
            <a:r>
              <a:rPr dirty="0" err="1"/>
              <a:t>Appgate</a:t>
            </a:r>
            <a:r>
              <a:rPr dirty="0"/>
              <a:t> consumes OIDC from </a:t>
            </a:r>
            <a:r>
              <a:rPr dirty="0" err="1"/>
              <a:t>Keycloak</a:t>
            </a:r>
            <a:r>
              <a:rPr dirty="0"/>
              <a:t> (SAML fallback).</a:t>
            </a:r>
          </a:p>
          <a:p>
            <a:r>
              <a:rPr dirty="0"/>
              <a:t>Two attribute bags</a:t>
            </a:r>
          </a:p>
          <a:p>
            <a:pPr lvl="1"/>
            <a:r>
              <a:rPr dirty="0"/>
              <a:t>IAB: normalized/authoritative in </a:t>
            </a:r>
            <a:r>
              <a:rPr dirty="0" err="1"/>
              <a:t>Keycloak</a:t>
            </a:r>
            <a:endParaRPr dirty="0"/>
          </a:p>
          <a:p>
            <a:pPr lvl="1"/>
            <a:r>
              <a:rPr dirty="0"/>
              <a:t>AAB: authoritative in </a:t>
            </a:r>
            <a:r>
              <a:rPr dirty="0" err="1"/>
              <a:t>PingDirectory</a:t>
            </a:r>
            <a:r>
              <a:rPr dirty="0"/>
              <a:t> (Azure) and enriched into claims</a:t>
            </a:r>
          </a:p>
          <a:p>
            <a:r>
              <a:rPr dirty="0"/>
              <a:t>Two upstream identity sources</a:t>
            </a:r>
          </a:p>
          <a:p>
            <a:pPr lvl="1"/>
            <a:r>
              <a:rPr dirty="0"/>
              <a:t>Entra and AD both onboard users; no sync between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Identity linking (no UPN)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71905"/>
          </a:xfrm>
        </p:spPr>
        <p:txBody>
          <a:bodyPr>
            <a:normAutofit lnSpcReduction="10000"/>
          </a:bodyPr>
          <a:lstStyle/>
          <a:p>
            <a:r>
              <a:rPr dirty="0"/>
              <a:t>Canonical anchor</a:t>
            </a:r>
          </a:p>
          <a:p>
            <a:pPr lvl="1"/>
            <a:r>
              <a:rPr dirty="0"/>
              <a:t>`</a:t>
            </a:r>
            <a:r>
              <a:rPr dirty="0" err="1"/>
              <a:t>globalImmutableId</a:t>
            </a:r>
            <a:r>
              <a:rPr dirty="0"/>
              <a:t>` as the shared anchor across </a:t>
            </a:r>
            <a:r>
              <a:rPr dirty="0" err="1"/>
              <a:t>Keycloak</a:t>
            </a:r>
            <a:r>
              <a:rPr dirty="0"/>
              <a:t> + </a:t>
            </a:r>
            <a:r>
              <a:rPr dirty="0" err="1"/>
              <a:t>PingDirectory</a:t>
            </a:r>
            <a:r>
              <a:rPr dirty="0"/>
              <a:t> + claims.</a:t>
            </a:r>
          </a:p>
          <a:p>
            <a:r>
              <a:rPr dirty="0"/>
              <a:t>Source mapping</a:t>
            </a:r>
          </a:p>
          <a:p>
            <a:pPr lvl="1"/>
            <a:r>
              <a:rPr dirty="0"/>
              <a:t>Entra: `</a:t>
            </a:r>
            <a:r>
              <a:rPr dirty="0" err="1"/>
              <a:t>immutableId</a:t>
            </a:r>
            <a:r>
              <a:rPr dirty="0"/>
              <a:t>/</a:t>
            </a:r>
            <a:r>
              <a:rPr dirty="0" err="1"/>
              <a:t>onPremisesImmutableId</a:t>
            </a:r>
            <a:r>
              <a:rPr dirty="0"/>
              <a:t>` → `</a:t>
            </a:r>
            <a:r>
              <a:rPr dirty="0" err="1"/>
              <a:t>globalImmutableId</a:t>
            </a:r>
            <a:r>
              <a:rPr dirty="0"/>
              <a:t>`</a:t>
            </a:r>
          </a:p>
          <a:p>
            <a:pPr lvl="1"/>
            <a:r>
              <a:rPr dirty="0"/>
              <a:t>AD: stamp same value into a write-once AD attribute → `</a:t>
            </a:r>
            <a:r>
              <a:rPr dirty="0" err="1"/>
              <a:t>globalImmutableId</a:t>
            </a:r>
            <a:r>
              <a:rPr dirty="0"/>
              <a:t>`</a:t>
            </a:r>
          </a:p>
          <a:p>
            <a:r>
              <a:rPr dirty="0"/>
              <a:t>Secondary key</a:t>
            </a:r>
          </a:p>
          <a:p>
            <a:pPr lvl="1"/>
            <a:r>
              <a:rPr dirty="0"/>
              <a:t>`extensionAttribute01` as correlation safety net and migration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Appgate hybrid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Policy decision</a:t>
            </a:r>
          </a:p>
          <a:p>
            <a:pPr lvl="1"/>
            <a:r>
              <a:t>Claims (IAB+AAB) + device posture + network context + risk signals.</a:t>
            </a:r>
          </a:p>
          <a:p>
            <a:r>
              <a:t>Data plane</a:t>
            </a:r>
          </a:p>
          <a:p>
            <a:pPr lvl="1"/>
            <a:r>
              <a:t>Gateways in Azure + on‑prem, placed near resources for latency and segmentation.</a:t>
            </a:r>
          </a:p>
          <a:p>
            <a:r>
              <a:t>Step-up</a:t>
            </a:r>
          </a:p>
          <a:p>
            <a:pPr lvl="1"/>
            <a:r>
              <a:t>Entra CA at initial auth; step-up for sensitive resources via short sessions/re-auth gates.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Sub-minute revocation (realistic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Entra-origin</a:t>
            </a:r>
          </a:p>
          <a:p>
            <a:pPr lvl="1"/>
            <a:r>
              <a:t>SCIM disable → Keycloak disable + session kill</a:t>
            </a:r>
          </a:p>
          <a:p>
            <a:pPr lvl="1"/>
            <a:r>
              <a:t>Short token lifetimes (e.g., 5 min access token)</a:t>
            </a:r>
          </a:p>
          <a:p>
            <a:r>
              <a:t>AD-origin</a:t>
            </a:r>
          </a:p>
          <a:p>
            <a:pPr lvl="1"/>
            <a:r>
              <a:t>AD Change Event Bridge → Keycloak disable + session kill</a:t>
            </a:r>
          </a:p>
          <a:p>
            <a:r>
              <a:t>Scheduled LDAP sync alone will not consistently meet &lt;60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decisions to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/>
          </a:bodyPr>
          <a:lstStyle/>
          <a:p>
            <a:r>
              <a:rPr dirty="0"/>
              <a:t>Minting authority + write-once governance for `</a:t>
            </a:r>
            <a:r>
              <a:rPr dirty="0" err="1"/>
              <a:t>globalImmutableId</a:t>
            </a:r>
            <a:r>
              <a:rPr dirty="0"/>
              <a:t>` across Entra + AD + </a:t>
            </a:r>
            <a:r>
              <a:rPr dirty="0" err="1"/>
              <a:t>PingDirectory</a:t>
            </a:r>
            <a:r>
              <a:rPr dirty="0"/>
              <a:t>.</a:t>
            </a:r>
          </a:p>
          <a:p>
            <a:r>
              <a:rPr dirty="0"/>
              <a:t>AAB schema + claims contract </a:t>
            </a:r>
            <a:r>
              <a:rPr dirty="0" err="1"/>
              <a:t>Appgate</a:t>
            </a:r>
            <a:r>
              <a:rPr dirty="0"/>
              <a:t> will consume (roles/scopes/time-bound constraints).</a:t>
            </a:r>
          </a:p>
          <a:p>
            <a:r>
              <a:rPr dirty="0"/>
              <a:t>Degraded-mode rules when </a:t>
            </a:r>
            <a:r>
              <a:rPr dirty="0" err="1"/>
              <a:t>PingDirectory</a:t>
            </a:r>
            <a:r>
              <a:rPr dirty="0"/>
              <a:t> is down or ExpressRoute is impaired (deny-by-default for high-trust enclaves).</a:t>
            </a:r>
          </a:p>
          <a:p>
            <a:r>
              <a:rPr dirty="0"/>
              <a:t>RTO/RPO targets for Controllers and whether region-loss survivability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421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Executive Summary: Appgate SDP + Keycloak + Entra ID + AD + PingDirectory</vt:lpstr>
      <vt:lpstr>Updated deployment footprint</vt:lpstr>
      <vt:lpstr>Connectivity: ExpressRoute (standard)</vt:lpstr>
      <vt:lpstr>Target-state architecture (what matters)</vt:lpstr>
      <vt:lpstr>Identity linking (no UPN)</vt:lpstr>
      <vt:lpstr>Appgate hybrid enforcement</vt:lpstr>
      <vt:lpstr>Sub-minute revocation (realistic approach)</vt:lpstr>
      <vt:lpstr>Key decisions to lock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 R Cantrell Jr</cp:lastModifiedBy>
  <cp:revision>2</cp:revision>
  <dcterms:created xsi:type="dcterms:W3CDTF">2013-01-27T09:14:16Z</dcterms:created>
  <dcterms:modified xsi:type="dcterms:W3CDTF">2026-02-25T00:40:53Z</dcterms:modified>
  <cp:category/>
</cp:coreProperties>
</file>