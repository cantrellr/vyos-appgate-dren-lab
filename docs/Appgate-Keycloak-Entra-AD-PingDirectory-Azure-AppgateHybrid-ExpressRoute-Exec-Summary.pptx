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Executive Summary: Appgate SDP + Keycloak + Entra ID + AD + PingDirectory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Azure-first IAM + Hybrid Appgate | ExpressRoute connectivity | February 20,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Updated deployment footprint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Azure</a:t>
            </a:r>
          </a:p>
          <a:p>
            <a:pPr lvl="1"/>
            <a:r>
              <a:t>Keycloak (VM cluster) + PostgreSQL HA</a:t>
            </a:r>
          </a:p>
          <a:p>
            <a:pPr lvl="1"/>
            <a:r>
              <a:t>PingDirectory cluster (AAB authoritative)</a:t>
            </a:r>
          </a:p>
          <a:p>
            <a:pPr lvl="1"/>
            <a:r>
              <a:t>Appgate Controllers (HA) + Azure Gateways</a:t>
            </a:r>
          </a:p>
          <a:p>
            <a:pPr/>
            <a:r>
              <a:t>On‑prem</a:t>
            </a:r>
          </a:p>
          <a:p>
            <a:pPr lvl="1"/>
            <a:r>
              <a:t>Appgate Gateways close to protected resources</a:t>
            </a:r>
          </a:p>
          <a:p>
            <a:pPr lvl="1"/>
            <a:r>
              <a:t>On‑prem AD DS (upstream identity source)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Connectivity: ExpressRoute (standard)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Transport</a:t>
            </a:r>
          </a:p>
          <a:p>
            <a:pPr lvl="1"/>
            <a:r>
              <a:t>ExpressRoute Private Peering for Azure↔on‑prem connectivity</a:t>
            </a:r>
          </a:p>
          <a:p>
            <a:pPr lvl="1"/>
            <a:r>
              <a:t>BGP route exchange; avoid hairpins and public Internet dependency</a:t>
            </a:r>
          </a:p>
          <a:p>
            <a:pPr/>
            <a:r>
              <a:t>Resilience (recommended)</a:t>
            </a:r>
          </a:p>
          <a:p>
            <a:pPr lvl="1"/>
            <a:r>
              <a:t>Dual circuits or dual peering locations; zone-redundant ER gateway where applicable</a:t>
            </a:r>
          </a:p>
          <a:p>
            <a:pPr/>
            <a:r>
              <a:t>Security</a:t>
            </a:r>
          </a:p>
          <a:p>
            <a:pPr lvl="1"/>
            <a:r>
              <a:t>Private routing + TLS end-to-end; restrict management planes; integrate with existing boundary controls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Target-state architecture (what matters)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Single IdP for Appgate</a:t>
            </a:r>
          </a:p>
          <a:p>
            <a:pPr lvl="1"/>
            <a:r>
              <a:t>Appgate consumes OIDC from Keycloak (SAML fallback).</a:t>
            </a:r>
          </a:p>
          <a:p>
            <a:pPr/>
            <a:r>
              <a:t>Two attribute bags</a:t>
            </a:r>
          </a:p>
          <a:p>
            <a:pPr lvl="1"/>
            <a:r>
              <a:t>IAB: normalized/authoritative in Keycloak</a:t>
            </a:r>
          </a:p>
          <a:p>
            <a:pPr lvl="1"/>
            <a:r>
              <a:t>AAB: authoritative in PingDirectory (Azure) and enriched into claims</a:t>
            </a:r>
          </a:p>
          <a:p>
            <a:pPr/>
            <a:r>
              <a:t>Two upstream identity sources</a:t>
            </a:r>
          </a:p>
          <a:p>
            <a:pPr lvl="1"/>
            <a:r>
              <a:t>Entra and AD both onboard users; no sync between them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Identity linking (no UPN)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Canonical anchor</a:t>
            </a:r>
          </a:p>
          <a:p>
            <a:pPr lvl="1"/>
            <a:r>
              <a:t>`globalImmutableId` as the shared anchor across Keycloak + PingDirectory + claims.</a:t>
            </a:r>
          </a:p>
          <a:p>
            <a:pPr/>
            <a:r>
              <a:t>Source mapping</a:t>
            </a:r>
          </a:p>
          <a:p>
            <a:pPr lvl="1"/>
            <a:r>
              <a:t>Entra: `immutableId/onPremisesImmutableId` → `globalImmutableId`</a:t>
            </a:r>
          </a:p>
          <a:p>
            <a:pPr lvl="1"/>
            <a:r>
              <a:t>AD: stamp same value into a write-once AD attribute → `globalImmutableId`</a:t>
            </a:r>
          </a:p>
          <a:p>
            <a:pPr/>
            <a:r>
              <a:t>Secondary key</a:t>
            </a:r>
          </a:p>
          <a:p>
            <a:pPr lvl="1"/>
            <a:r>
              <a:t>`extensionAttribute01` as correlation safety net and migration support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Appgate hybrid enforcement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Policy decision</a:t>
            </a:r>
          </a:p>
          <a:p>
            <a:pPr lvl="1"/>
            <a:r>
              <a:t>Claims (IAB+AAB) + device posture + network context + risk signals.</a:t>
            </a:r>
          </a:p>
          <a:p>
            <a:pPr/>
            <a:r>
              <a:t>Data plane</a:t>
            </a:r>
          </a:p>
          <a:p>
            <a:pPr lvl="1"/>
            <a:r>
              <a:t>Gateways in Azure + on‑prem, placed near resources for latency and segmentation.</a:t>
            </a:r>
          </a:p>
          <a:p>
            <a:pPr/>
            <a:r>
              <a:t>Step-up</a:t>
            </a:r>
          </a:p>
          <a:p>
            <a:pPr lvl="1"/>
            <a:r>
              <a:t>Entra CA at initial auth; step-up for sensitive resources via short sessions/re-auth gates.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Sub-minute revocation (realistic approach)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Entra-origin</a:t>
            </a:r>
          </a:p>
          <a:p>
            <a:pPr lvl="1"/>
            <a:r>
              <a:t>SCIM disable → Keycloak disable + session kill</a:t>
            </a:r>
          </a:p>
          <a:p>
            <a:pPr lvl="1"/>
            <a:r>
              <a:t>Short token lifetimes (e.g., 5 min access token)</a:t>
            </a:r>
          </a:p>
          <a:p>
            <a:pPr/>
            <a:r>
              <a:t>AD-origin</a:t>
            </a:r>
          </a:p>
          <a:p>
            <a:pPr lvl="1"/>
            <a:r>
              <a:t>AD Change Event Bridge → Keycloak disable + session kill</a:t>
            </a:r>
          </a:p>
          <a:p>
            <a:pPr/>
            <a:r>
              <a:t>Scheduled LDAP sync alone will not consistently meet &lt;60 seconds.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decisions to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Minting authority + write-once governance for `globalImmutableId` across Entra + AD + PingDirectory.</a:t>
            </a:r>
          </a:p>
          <a:p>
            <a:pPr/>
            <a:r>
              <a:t>AAB schema + claims contract Appgate will consume (roles/scopes/time-bound constraints).</a:t>
            </a:r>
          </a:p>
          <a:p>
            <a:pPr/>
            <a:r>
              <a:t>Degraded-mode rules when PingDirectory is down or ExpressRoute is impaired (deny-by-default for high-trust enclaves).</a:t>
            </a:r>
          </a:p>
          <a:p>
            <a:pPr/>
            <a:r>
              <a:t>RTO/RPO targets for Controllers and whether region-loss survivability is required.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