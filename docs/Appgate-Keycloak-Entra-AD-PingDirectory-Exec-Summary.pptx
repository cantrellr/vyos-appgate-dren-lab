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Summary: Appgate SDP + Keycloak + Entra ID + AD + PingDirectory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Target-state SSO + attribute-driven Zero Trust access | February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we’re building (in one sentence)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unified Zero Trust access plane where Appgate SDP trusts Keycloak as the only IdP, while Keycloak brokers identities from Entra ID and on‑prem AD and enriches access attributes from PingDirectory.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architecture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IdP for Appgate</a:t>
            </a:r>
          </a:p>
          <a:p>
            <a:pPr lvl="1"/>
            <a:r>
              <a:t>Appgate consumes OIDC from Keycloak (SAML only as fallback).</a:t>
            </a:r>
          </a:p>
          <a:p>
            <a:pPr/>
            <a:r>
              <a:t>Two attribute bags</a:t>
            </a:r>
          </a:p>
          <a:p>
            <a:pPr lvl="1"/>
            <a:r>
              <a:t>ID Attribute Bag (IAB): authoritative in Keycloak</a:t>
            </a:r>
          </a:p>
          <a:p>
            <a:pPr lvl="1"/>
            <a:r>
              <a:t>Access Attribute Bag (AAB): authoritative in PingDirectory, referenced/enriched into tokens.</a:t>
            </a:r>
          </a:p>
          <a:p>
            <a:pPr/>
            <a:r>
              <a:t>Two active upstream identity sources</a:t>
            </a:r>
          </a:p>
          <a:p>
            <a:pPr lvl="1"/>
            <a:r>
              <a:t>Entra ID and on‑prem AD both onboard users; no sync between the two.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linking without UPN (critical 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Canonical link key (recommended)</a:t>
            </a:r>
          </a:p>
          <a:p>
            <a:pPr lvl="1"/>
            <a:r>
              <a:t>Define `globalImmutableId` in Keycloak as the anchor used everywhere downstream.</a:t>
            </a:r>
          </a:p>
          <a:p>
            <a:pPr/>
            <a:r>
              <a:t>Mapping strategy</a:t>
            </a:r>
          </a:p>
          <a:p>
            <a:pPr lvl="1"/>
            <a:r>
              <a:t>Entra: map from `immutableId` / `onPremisesImmutableId` → `globalImmutableId`.</a:t>
            </a:r>
          </a:p>
          <a:p>
            <a:pPr lvl="1"/>
            <a:r>
              <a:t>AD: store the same value in a write-once AD attribute (e.g., extensionAttribute or custom schema) → `globalImmutableId`. </a:t>
            </a:r>
          </a:p>
          <a:p>
            <a:pPr/>
            <a:r>
              <a:t>Secondary key</a:t>
            </a:r>
          </a:p>
          <a:p>
            <a:pPr lvl="1"/>
            <a:r>
              <a:t>Use `extensionAttribute01` as a second factor for correlation and migration safety (rename/email changes).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and assurance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Primary authentication</a:t>
            </a:r>
          </a:p>
          <a:p>
            <a:pPr lvl="1"/>
            <a:r>
              <a:t>User authenticates to Keycloak; Keycloak delegates to Entra ID or AD (upstream).</a:t>
            </a:r>
          </a:p>
          <a:p>
            <a:pPr/>
            <a:r>
              <a:t>MFA / Conditional Access</a:t>
            </a:r>
          </a:p>
          <a:p>
            <a:pPr lvl="1"/>
            <a:r>
              <a:t>Entra enforces MFA/CA at initial auth; step-up can be triggered by Appgate policy via re-auth / short sessions.</a:t>
            </a:r>
          </a:p>
          <a:p>
            <a:pPr/>
            <a:r>
              <a:t>Risk/device signals</a:t>
            </a:r>
          </a:p>
          <a:p>
            <a:pPr lvl="1"/>
            <a:r>
              <a:t>Plan a claims strategy so compliance/risk signals are present and trustworthy end-to-end.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Provisioning &amp; deprovisioning (sub‑minute revoke goal)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Provisioning</a:t>
            </a:r>
          </a:p>
          <a:p>
            <a:pPr lvl="1"/>
            <a:r>
              <a:t>Entra → Keycloak via SCIM (push).</a:t>
            </a:r>
          </a:p>
          <a:p>
            <a:pPr lvl="1"/>
            <a:r>
              <a:t>AD → Keycloak via LDAP federation and/or scheduled sync (read-only).</a:t>
            </a:r>
          </a:p>
          <a:p>
            <a:pPr/>
            <a:r>
              <a:t>Near-real-time revoke (recommended)</a:t>
            </a:r>
          </a:p>
          <a:p>
            <a:pPr lvl="1"/>
            <a:r>
              <a:t>Entra: SCIM + short token/session lifetimes + Keycloak session revocation.</a:t>
            </a:r>
          </a:p>
          <a:p>
            <a:pPr lvl="1"/>
            <a:r>
              <a:t>AD: add an AD change event bridge (disable/delete → Keycloak Admin API to disable user + kill sessions).</a:t>
            </a:r>
          </a:p>
          <a:p>
            <a:pPr/>
            <a:r>
              <a:t>If you rely on scheduled LDAP sync alone, &lt;60s revocation will be inconsistent.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Keycloak on Azure VMs: HA/DR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Keycloak tier</a:t>
            </a:r>
          </a:p>
          <a:p>
            <a:pPr lvl="1"/>
            <a:r>
              <a:t>2–3 Keycloak nodes on Azure VMs across Availability Zones behind Azure Application Gateway (OIDC endpoints).</a:t>
            </a:r>
          </a:p>
          <a:p>
            <a:pPr/>
            <a:r>
              <a:t>State</a:t>
            </a:r>
          </a:p>
          <a:p>
            <a:pPr lvl="1"/>
            <a:r>
              <a:t>Externalize state: Azure Database for PostgreSQL (HA) + shared cache strategy (Infinispan/embedded constraints considered).</a:t>
            </a:r>
          </a:p>
          <a:p>
            <a:pPr/>
            <a:r>
              <a:t>PingDirectory</a:t>
            </a:r>
          </a:p>
          <a:p>
            <a:pPr lvl="1"/>
            <a:r>
              <a:t>Deploy PingDirectory cluster (multi-master or proxy pattern) across zones; treat it as AAB authoritative store.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NIST 800‑53 / DoD RMF fit</a:t>
            </a:r>
          </a:p>
          <a:p>
            <a:pPr lvl="1"/>
            <a:r>
              <a:t>Centralized authN/authZ logging, least privilege, separation of duties, and auditable policy decisions.</a:t>
            </a:r>
          </a:p>
          <a:p>
            <a:pPr/>
            <a:r>
              <a:t>Hardening</a:t>
            </a:r>
          </a:p>
          <a:p>
            <a:pPr lvl="1"/>
            <a:r>
              <a:t>Keycloak VM baselines, patch SLAs, secrets in Key Vault, TLS everywhere, and strict admin access controls.</a:t>
            </a:r>
          </a:p>
          <a:p>
            <a:pPr/>
            <a:r>
              <a:t>Audit trail</a:t>
            </a:r>
          </a:p>
          <a:p>
            <a:pPr lvl="1"/>
            <a:r>
              <a:t>Correlate: Appgate decisions + Keycloak auth events + PingDirectory attribute reads + upstream IdP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Phased delivery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0 – Foundations</a:t>
            </a:r>
          </a:p>
          <a:p>
            <a:pPr lvl="1"/>
            <a:r>
              <a:t>Define canonical attributes, governance, and token claim model.</a:t>
            </a:r>
          </a:p>
          <a:p>
            <a:pPr lvl="1"/>
            <a:r>
              <a:t>Deploy Keycloak HA on VMs + Postgres HA + PingDirectory HA.</a:t>
            </a:r>
          </a:p>
          <a:p>
            <a:pPr/>
            <a:r>
              <a:t>Phase 1 – Basic SSO</a:t>
            </a:r>
          </a:p>
          <a:p>
            <a:pPr lvl="1"/>
            <a:r>
              <a:t>OIDC from Keycloak to Appgate; Entra as upstream with SCIM provisioning.</a:t>
            </a:r>
          </a:p>
          <a:p>
            <a:pPr/>
            <a:r>
              <a:t>Phase 2 – Dual-source + AAB</a:t>
            </a:r>
          </a:p>
          <a:p>
            <a:pPr lvl="1"/>
            <a:r>
              <a:t>Add AD upstream + event bridge; integrate PingDirectory AAB enrichment.</a:t>
            </a:r>
          </a:p>
          <a:p>
            <a:pPr/>
            <a:r>
              <a:t>Phase 3 – Advanced policy signals</a:t>
            </a:r>
          </a:p>
          <a:p>
            <a:pPr lvl="1"/>
            <a:r>
              <a:t>Device/risk claims, step-up flows, and automated compliance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decisions to lock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Write-once minting authority for `globalImmutableId` (and how it’s stamped into Entra + AD).</a:t>
            </a:r>
          </a:p>
          <a:p>
            <a:pPr/>
            <a:r>
              <a:t>Exact AAB schema in PingDirectory and which claims Appgate will consume.</a:t>
            </a:r>
          </a:p>
          <a:p>
            <a:pPr/>
            <a:r>
              <a:t>Revocation mechanism for AD-origin users to reliably meet &lt;60 seconds.</a:t>
            </a:r>
          </a:p>
          <a:p>
            <a:pPr/>
            <a:r>
              <a:t>Keycloak session/token defaults (lab baseline provided in the design doc).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