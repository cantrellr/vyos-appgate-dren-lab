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Appgate SDP + Keycloak + Entra ID + Windows AD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| Target-state SSO + attribute-driven Zero Trust access (OIDC-first)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2026-02-20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3444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and only IdP to Appgate SDP: Keycloak (OIDC preferred, SAML fallback).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 sourced from both Entra ID and on-prem AD (no Entra↔AD sync between upstreams).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Keycloak becomes authoritative for a normalized “Identity Attribute Bag” (IDAB).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Entitlements live in an external “Access Attribute Bag” (AAB) system (planned: Ping) and are surfaced as claims to Appgate policies.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Revocation target: &lt; 60 seconds (requires event-driven disable + short-lived tokens + session termination).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5394960"/>
            <a:ext cx="1060704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5321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5943600"/>
            <a:ext cx="102412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 and linking are the two make-or-break capabilities. Everything else is plumbing.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Target-state control plane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71600"/>
            <a:ext cx="3108960" cy="1005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users + On-prem users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Appgate Client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474720" cy="1005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08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Appgate SDP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+ Gateways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21040" y="1371600"/>
            <a:ext cx="3108960" cy="1005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targets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+ On-prem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SSH/RDP, APIs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3108960"/>
            <a:ext cx="3474720" cy="1005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(Single IdP)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3657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 broker + token issuer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IDAB authority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663440"/>
            <a:ext cx="3108960" cy="914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800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Access + MFA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SCIM provisioning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4663440"/>
            <a:ext cx="3474720" cy="914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4800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AD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80560" y="5212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federation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 + attributes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21040" y="4663440"/>
            <a:ext cx="3108960" cy="914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4800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(AAB)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0392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Entitlements / access attrs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into Keycloak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377440" y="1874520"/>
            <a:ext cx="19202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772400" y="1874520"/>
            <a:ext cx="5486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35040" y="2377440"/>
            <a:ext cx="0" cy="73152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297680" y="4572000"/>
            <a:ext cx="0" cy="-4572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035040" y="4572000"/>
            <a:ext cx="0" cy="-4572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875520" y="4572000"/>
            <a:ext cx="-2103120" cy="-4572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4754880" y="2514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/ SAML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4343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broker + CA/MFA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0" y="4343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LDAPS/LDAP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0" y="4343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sync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model: IDAB + AAB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280160"/>
            <a:ext cx="5212080" cy="2286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Attribute Bag (IDAB)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in Keycloak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Normalized baseline identity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Clearance types + validity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type, country, org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Stable representation for apps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212080" cy="2286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417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Attribute Bag (AAB)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outside Keycloak (planned: Ping)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Roles + entitlements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Environment access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Step-up requirements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Time-window / context constraints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10607040" cy="2194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9776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Appgate consumes (claims)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38912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issues tokens that contain the union of IDAB + AAB (plus assurance claims like amr/acr, device compliance, risk tier when available).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Appgate policies become attribute-driven: least privilege, step-up access, and rapid revocation.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linking (no UPN)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3444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Immutable anchor: globalImmutableId (mapped from Entra immutableId/onPremisesImmutableId).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Secondary attribute: extensionAttribute01 (guard-rail + migration helper).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Keycloak stores globalImmutableId as the canonical user key for normalization + policy claims.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Write-once governance must exist upstream (IGA/HR-driven provisioning is the cleanest way).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840480"/>
            <a:ext cx="10607040" cy="21031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9776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438912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globalImmutableId upstream (Ping IGA or equivalent) and stamp it into BOTH Entra and AD at account creation.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only scalable method to survive renames, email/UPN changes, and parallel source systems without identity collisions.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+ revocation (&lt; 60s)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234440"/>
            <a:ext cx="5212080" cy="24688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→ Keycloak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78308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SCIM 2.0 push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Create/update/disable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 membership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reacts immediately: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Disable user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Kill sessions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Revoke refresh tokens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234440"/>
            <a:ext cx="5212080" cy="24688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→ Keycloak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LDAPS/LDAP federation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Authn + attribute hydration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meet &lt;60s revocation: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AD event bridge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(disable/change → Keycloak Admin API)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607040" cy="21488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023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strategy (starting point)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434840"/>
            <a:ext cx="10241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tokens: 60–120s | Refresh: 5–15m (rotating) | SSO idle: 15–30m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TTL + session termination is what makes “near real-time” revocation real.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signals + step-up access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3444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Initial authentication for Entra-origin users goes through Entra Conditional Access (MFA, device compliance, risk).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Keycloak maps assurance into claims when available (e.g., amr/acr, deviceCompliant, riskTier).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Appgate enforces step-up for sensitive targets using claims + context-based policy.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AD-origin users, step-up can be Keycloak MFA or an integrated MFA bridge (architecture decision).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10607040" cy="2057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1148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4526280"/>
            <a:ext cx="102412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Entra risk/device signals naturally flow into downstream tokens. If you need them for policy, plan a deliberate claims strategy (mappers + optional API enrichment).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and DR options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234440"/>
            <a:ext cx="10607040" cy="1920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3716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Phase 1 (Azure HA)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78308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cluster (3+ replicas across AZs) + managed PostgreSQL HA + WAF at ingress.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delivers resiliency without turning identity into a distributed systems science project.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10607040" cy="26517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5661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Azure + On-prem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977640"/>
            <a:ext cx="10241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first move: DR-first (active in Azure, warm standby on-prem).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active/active across Azure + on-prem is possible but significantly increases complexity (global DB replication, session consistency, traffic steering).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active/active until lifecycle + revocation + monitoring are proven.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 (DoD RMF / NIST 800-53 alignment)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3444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IA-2 / IA-2(1): MFA via Entra CA; step-up via Appgate policy.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AC-2 / AC-2(3): automated provisioning and deprovisioning (SCIM + AD event bridge).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AC-3 / AC-6: least privilege through entitlement-driven policies (AAB) and context.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AU-2 / AU-6: centralized audit trails (Keycloak + Appgate) into SIEM with correlation.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SC-12 / SC-13: TLS everywhere (OIDC, SCIM, LDAPS) + hardened secrets management.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5394960"/>
            <a:ext cx="10607040" cy="7315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5321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principle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5943600"/>
            <a:ext cx="1024128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access decision should be explainable from claims + policy + logs (who/what/why/when).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implementation plan + key decisions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234440"/>
            <a:ext cx="1060704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3716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Lab / MVP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78308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Keycloak in Azure (single realm)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Appgate ↔ Keycloak OIDC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Entra OIDC broker + SCIM provisioning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 LDAPS federation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IDAB + lab AAB claims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Basic monitoring + audit logging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383280"/>
            <a:ext cx="1060704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5204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Revocation + Entitlements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 event bridge for &lt;60s revocation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Ping AAB integration (authoritative entitlements)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Step-up patterns hardened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Token/session tuning + chaos testing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5074920"/>
            <a:ext cx="10607040" cy="10972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52120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decisions to close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56235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Where globalImmutableId is minted and governed (write-once)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AD &lt;60s deprovisioning mechanism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Claims strategy for risk/device signals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RTO/RPO targets for DR design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Trust Access: Appgate SDP + Keycloak + Entra ID + AD</dc:title>
  <dc:subject>Appgate SDP + Keycloak + Entra ID + AD Executive Summary</dc:subject>
  <dc:creator>ChatGPT</dc:creator>
  <cp:lastModifiedBy>ChatGPT</cp:lastModifiedBy>
  <cp:revision>1</cp:revision>
  <dcterms:created xsi:type="dcterms:W3CDTF">2026-02-20T10:36:34Z</dcterms:created>
  <dcterms:modified xsi:type="dcterms:W3CDTF">2026-02-20T10:36:34Z</dcterms:modified>
</cp:coreProperties>
</file>